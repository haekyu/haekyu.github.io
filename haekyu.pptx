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66"/>
  </p:normalViewPr>
  <p:slideViewPr>
    <p:cSldViewPr snapToGrid="0" snapToObjects="1">
      <p:cViewPr>
        <p:scale>
          <a:sx n="52" d="100"/>
          <a:sy n="52" d="100"/>
        </p:scale>
        <p:origin x="2192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A7144-A49C-B343-B32C-A6EAB6122DAF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9D2E1-15CD-9C44-B7DA-6263C822316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564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E9D2E1-15CD-9C44-B7DA-6263C8223161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0817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60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106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1919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518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937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01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64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4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82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437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28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CFE91-081C-494B-AAFC-8A0C184E228D}" type="datetimeFigureOut">
              <a:rPr kumimoji="1" lang="ko-KR" altLang="en-US" smtClean="0"/>
              <a:t>2017. 11. 22.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41B63-D029-3743-98B1-0E818ACEDE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71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242804" y="0"/>
            <a:ext cx="11572875" cy="6858000"/>
            <a:chOff x="242804" y="0"/>
            <a:chExt cx="11572875" cy="68580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804" y="0"/>
              <a:ext cx="3857625" cy="68580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429" y="0"/>
              <a:ext cx="3857625" cy="685800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8054" y="0"/>
              <a:ext cx="385762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375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518508" y="0"/>
            <a:ext cx="7715250" cy="6858000"/>
            <a:chOff x="518508" y="0"/>
            <a:chExt cx="7715250" cy="68580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08" y="0"/>
              <a:ext cx="3857625" cy="6858000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6133" y="0"/>
              <a:ext cx="385762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897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</Words>
  <Application>Microsoft Macintosh PowerPoint</Application>
  <PresentationFormat>와이드스크린</PresentationFormat>
  <Paragraphs>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HaeKyu Park</dc:creator>
  <cp:lastModifiedBy>HaeKyu Park</cp:lastModifiedBy>
  <cp:revision>3</cp:revision>
  <dcterms:created xsi:type="dcterms:W3CDTF">2017-11-21T06:08:27Z</dcterms:created>
  <dcterms:modified xsi:type="dcterms:W3CDTF">2017-11-22T11:46:27Z</dcterms:modified>
</cp:coreProperties>
</file>